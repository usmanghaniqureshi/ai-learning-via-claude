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464FF"/>
                </a:solidFill>
              </a:defRPr>
            </a:pPr>
            <a:r>
              <a:t>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With Real-World Examples &amp; ExamGuard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Study Guide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464FF"/>
                </a:solidFill>
              </a:defRPr>
            </a:pPr>
            <a:r>
              <a:t>What is Unsupervised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8C8D2"/>
                </a:solidFill>
              </a:defRPr>
            </a:pPr>
            <a:r>
              <a:t>NO labels, NO teacher — Computer finds patterns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CLUSTERING</a:t>
            </a:r>
            <a:br/>
            <a:r>
              <a:t>"Group similar things"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49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Shopping mall customers:</a:t>
            </a:r>
            <a:br/>
            <a:r>
              <a:t>Budget / Premium / Sale</a:t>
            </a:r>
            <a:br/>
            <a:br/>
            <a:r>
              <a:t>Spotify: songs by mood</a:t>
            </a:r>
            <a:br/>
            <a:r>
              <a:t>Google Photos: faces</a:t>
            </a:r>
            <a:br/>
            <a:br/>
            <a:r>
              <a:t>School Photo: sort 50</a:t>
            </a:r>
            <a:br/>
            <a:r>
              <a:t>photos by similarity</a:t>
            </a:r>
            <a:br/>
            <a:r>
              <a:t>with NO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ANOMALY DETECTION</a:t>
            </a:r>
            <a:br/>
            <a:r>
              <a:t>"Spot the weird one"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349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Credit card: Rs 5L in Dubai</a:t>
            </a:r>
            <a:br/>
            <a:r>
              <a:t>at 3am = FRAUD!</a:t>
            </a:r>
            <a:br/>
            <a:br/>
            <a:r>
              <a:t>Factory: RPM 1000 -&gt; 1500</a:t>
            </a:r>
            <a:br/>
            <a:r>
              <a:t>= machine failing</a:t>
            </a:r>
            <a:br/>
            <a:br/>
            <a:r>
              <a:t>Student: 40% -&gt; 100%</a:t>
            </a:r>
            <a:br/>
            <a:r>
              <a:t>= probably cheating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Clustering = who BELONGS together?  |  Anomaly = who DOESN'T belong?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Clustering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532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349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MALL CUSTOMERS</a:t>
            </a:r>
            <a:br/>
            <a:r>
              <a:t>10,000 customers -&gt; 3 groups</a:t>
            </a:r>
            <a:br/>
            <a:r>
              <a:t>Budget / Premium / Sale</a:t>
            </a:r>
            <a:br/>
            <a:br/>
            <a:r>
              <a:t>YOU pick K (how many groups)</a:t>
            </a:r>
            <a:br/>
            <a:r>
              <a:t>Simple &amp; fast</a:t>
            </a:r>
            <a:br/>
            <a:br/>
            <a:r>
              <a:t>Like sorting marbles:</a:t>
            </a:r>
            <a:br/>
            <a:r>
              <a:t>red bowl, blue bowl, green bowl</a:t>
            </a:r>
            <a:br/>
            <a:br/>
            <a:r>
              <a:t>ExamGuard: Group similar</a:t>
            </a:r>
            <a:br/>
            <a:r>
              <a:t>behaviors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097280"/>
            <a:ext cx="5532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DBSCAN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349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DELIVERY TRUCKS</a:t>
            </a:r>
            <a:br/>
            <a:r>
              <a:t>GPS routes -&gt; groups form</a:t>
            </a:r>
            <a:br/>
            <a:r>
              <a:t>NATURALLY (no K needed)</a:t>
            </a:r>
            <a:br/>
            <a:r>
              <a:t>City / Highway / Mixed</a:t>
            </a:r>
            <a:br/>
            <a:r>
              <a:t>+ flags 2 outlier trucks</a:t>
            </a:r>
            <a:br/>
            <a:br/>
            <a:r>
              <a:t>Like friend groups in school</a:t>
            </a:r>
            <a:br/>
            <a:r>
              <a:t>no one decides how many</a:t>
            </a:r>
            <a:br/>
            <a:r>
              <a:t>Loners = outliers</a:t>
            </a:r>
            <a:br/>
            <a:br/>
            <a:r>
              <a:t>ExamGuard: Find behavior</a:t>
            </a:r>
            <a:br/>
            <a:r>
              <a:t>groups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Know how many groups? -&gt; K-Means  |  Don't know? -&gt; DBSCAN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050"/>
                </a:solidFill>
              </a:defRPr>
            </a:pPr>
            <a:r>
              <a:t>Anomaly Detection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532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Isolation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349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CREDIT CARD FRAUD</a:t>
            </a:r>
            <a:br/>
            <a:r>
              <a:t>1M transactions, 0.1% fraud</a:t>
            </a:r>
            <a:br/>
            <a:r>
              <a:t>Isolates the weird ones FAST</a:t>
            </a:r>
            <a:br/>
            <a:br/>
            <a:r>
              <a:t>"Wearing a costume at</a:t>
            </a:r>
            <a:br/>
            <a:r>
              <a:t>cricket match?" -&gt; YES</a:t>
            </a:r>
            <a:br/>
            <a:r>
              <a:t>-&gt; ISOLATED in 1 question!</a:t>
            </a:r>
            <a:br/>
            <a:br/>
            <a:r>
              <a:t>Fewer questions to isolate</a:t>
            </a:r>
            <a:br/>
            <a:r>
              <a:t>= more abnormal</a:t>
            </a:r>
            <a:br/>
            <a:br/>
            <a:r>
              <a:t>ExamGuard: Flag students</a:t>
            </a:r>
            <a:br/>
            <a:r>
              <a:t>with unusual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097280"/>
            <a:ext cx="5532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Autoencoder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349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FACTORY QUALITY</a:t>
            </a:r>
            <a:br/>
            <a:r>
              <a:t>Trained on 10K GOOD products</a:t>
            </a:r>
            <a:br/>
            <a:r>
              <a:t>Learns what "normal" is</a:t>
            </a:r>
            <a:br/>
            <a:br/>
            <a:r>
              <a:t>New product -&gt; recreate it</a:t>
            </a:r>
            <a:br/>
            <a:r>
              <a:t>Bad recreation = DEFECTIVE</a:t>
            </a:r>
            <a:br/>
            <a:br/>
            <a:r>
              <a:t>Like a photocopy machine</a:t>
            </a:r>
            <a:br/>
            <a:r>
              <a:t>trained only on cats.</a:t>
            </a:r>
            <a:br/>
            <a:r>
              <a:t>Give it a dog -&gt; blurry copy</a:t>
            </a:r>
            <a:br/>
            <a:r>
              <a:t>-&gt; "Not normal!"</a:t>
            </a:r>
            <a:br/>
            <a:br/>
            <a:r>
              <a:t>ExamGuard: Learn normal</a:t>
            </a:r>
            <a:br/>
            <a:r>
              <a:t>exam behavior, flag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Spot rare events? -&gt; Isolation Forest  |  Learn "normal"? -&gt; Autoencoder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