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5050"/>
                </a:solidFill>
              </a:defRPr>
            </a:pPr>
            <a:r>
              <a:t>ExamGuard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Implementation Guide &amp;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</a:defRPr>
            </a:pPr>
            <a:r>
              <a:t>8 Phases | 59 Topics | From Zero to Working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Personal Project Blueprint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5050"/>
                </a:solidFill>
              </a:defRPr>
            </a:pPr>
            <a:r>
              <a:t>The 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2920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050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100+ students per hall</a:t>
            </a:r>
            <a:br/>
            <a:r>
              <a:t>2-3 invigilators only</a:t>
            </a:r>
            <a:br/>
            <a:r>
              <a:t>50+ halls in big exams</a:t>
            </a:r>
            <a:br/>
            <a:r>
              <a:t>Humans get tired</a:t>
            </a:r>
            <a:br/>
            <a:r>
              <a:t>Can't watch everyone</a:t>
            </a:r>
            <a:br/>
            <a:br/>
            <a:r>
              <a:t>Cheating goes undetected</a:t>
            </a:r>
            <a:br/>
            <a:r>
              <a:t>Unfair to honest students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502920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64"/>
                </a:solidFill>
              </a:defRPr>
            </a:pPr>
            <a:r>
              <a:t>EXAMGUARD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AI watches ALL cameras</a:t>
            </a:r>
            <a:br/>
            <a:r>
              <a:t>ALL students, ALL the time</a:t>
            </a:r>
            <a:br/>
            <a:r>
              <a:t>Never gets tired</a:t>
            </a:r>
            <a:br/>
            <a:br/>
            <a:r>
              <a:t>Detects suspicious behavior</a:t>
            </a:r>
            <a:br/>
            <a:r>
              <a:t>Alerts invigilator instantly</a:t>
            </a:r>
            <a:br/>
            <a:r>
              <a:t>Saves evidence clips</a:t>
            </a:r>
            <a:br/>
            <a:br/>
            <a:r>
              <a:t>Human makes final decision</a:t>
            </a:r>
            <a:br/>
            <a:r>
              <a:t>AI assists, doesn't punish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Cameras -&gt; AI Processes -&gt; Detects Cheating -&gt; Alerts Invigilator -&gt; Human Decides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System Architecture — 5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19456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864"/>
                </a:solidFill>
              </a:defRPr>
            </a:pPr>
            <a:r>
              <a:t>1. VIDEO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Camera feeds</a:t>
            </a:r>
            <a:br/>
            <a:r>
              <a:t>Frame extraction</a:t>
            </a:r>
            <a:br/>
            <a:r>
              <a:t>Pre-processing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39" y="1097280"/>
            <a:ext cx="219456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79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FF"/>
                </a:solidFill>
              </a:defRPr>
            </a:pPr>
            <a:r>
              <a:t>2.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6459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YOLO: find students</a:t>
            </a:r>
            <a:br/>
            <a:r>
              <a:t>CNN: gaze direction</a:t>
            </a:r>
            <a:br/>
            <a:r>
              <a:t>Objects: phone, chit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59" y="1097280"/>
            <a:ext cx="219456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199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464FF"/>
                </a:solidFill>
              </a:defRPr>
            </a:pPr>
            <a:r>
              <a:t>3.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16459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Behavior classify</a:t>
            </a:r>
            <a:br/>
            <a:r>
              <a:t>Anomaly detection</a:t>
            </a:r>
            <a:br/>
            <a:r>
              <a:t>Multi-student sync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1097280"/>
            <a:ext cx="219456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19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</a:defRPr>
            </a:pPr>
            <a:r>
              <a:t>4.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16459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Confidence score</a:t>
            </a:r>
            <a:br/>
            <a:r>
              <a:t>Alert threshold</a:t>
            </a:r>
            <a:br/>
            <a:r>
              <a:t>Priority ranking</a:t>
            </a:r>
            <a:br/>
            <a:r>
              <a:t>False alarm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097280"/>
            <a:ext cx="219456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050"/>
                </a:solidFill>
              </a:defRPr>
            </a:pPr>
            <a:r>
              <a:t>5.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6459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Dashboard</a:t>
            </a:r>
            <a:br/>
            <a:r>
              <a:t>Alert notification</a:t>
            </a:r>
            <a:br/>
            <a:r>
              <a:t>Evidence clips</a:t>
            </a:r>
            <a:br/>
            <a:r>
              <a:t>Post-exam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3 ML Types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5661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WHAT is happening?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Recognize cheating</a:t>
            </a:r>
            <a:br/>
            <a:r>
              <a:t>from labeled clips</a:t>
            </a:r>
            <a:br/>
            <a:br/>
            <a:r>
              <a:t>YOLO: detect phone</a:t>
            </a:r>
            <a:br/>
            <a:r>
              <a:t>CNN: gaze direction</a:t>
            </a:r>
            <a:br/>
            <a:r>
              <a:t>CNN+LSTM: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C32"/>
                </a:solidFill>
              </a:defRPr>
            </a:pPr>
            <a:r>
              <a:t>Train: 10K+ clips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5661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464FF"/>
                </a:solidFill>
              </a:defRPr>
            </a:pPr>
            <a:r>
              <a:t>UNSUPERVISED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What PATTERNS</a:t>
            </a:r>
            <a:br/>
            <a:r>
              <a:t>are unusual?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Learn normal behavior</a:t>
            </a:r>
            <a:br/>
            <a:r>
              <a:t>Flag anything different</a:t>
            </a:r>
            <a:br/>
            <a:br/>
            <a:r>
              <a:t>Autoencoder: learn normal</a:t>
            </a:r>
            <a:br/>
            <a:r>
              <a:t>Isolation Forest: outliers</a:t>
            </a:r>
            <a:br/>
            <a:r>
              <a:t>K-Means: group behaviors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C32"/>
                </a:solidFill>
              </a:defRPr>
            </a:pPr>
            <a:r>
              <a:t>No labels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5661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REINFORCEMENT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WHEN to alert?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Balance false alarms</a:t>
            </a:r>
            <a:br/>
            <a:r>
              <a:t>vs missed cheating</a:t>
            </a:r>
            <a:br/>
            <a:br/>
            <a:r>
              <a:t>Correct alert: +100</a:t>
            </a:r>
            <a:br/>
            <a:r>
              <a:t>False alarm: -50</a:t>
            </a:r>
            <a:br/>
            <a:r>
              <a:t>Missed cheating: -200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C32"/>
                </a:solidFill>
              </a:defRPr>
            </a:pPr>
            <a:r>
              <a:t>Learns over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Learning Roadmap — 8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9748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64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AI, ML, Math</a:t>
            </a:r>
            <a:br/>
            <a:r>
              <a:t>Model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DONE!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097280"/>
            <a:ext cx="269748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43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FF"/>
                </a:solidFill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82880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Python, NumPy</a:t>
            </a:r>
            <a:br/>
            <a:r>
              <a:t>Pandas, Matplotlib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108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3-4 wks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269748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143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B4"/>
                </a:solidFill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4630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Core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82880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Scikit-learn</a:t>
            </a:r>
            <a:br/>
            <a:r>
              <a:t>Metrics, Imbalanced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108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4-6 wks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097280"/>
            <a:ext cx="269748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143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64FF"/>
                </a:solidFill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14630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Deep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182880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PyTorch, CNN</a:t>
            </a:r>
            <a:br/>
            <a:r>
              <a:t>Transfer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31089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6-8 wks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269748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7763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5050"/>
                </a:solidFill>
              </a:defRPr>
            </a:pPr>
            <a:r>
              <a:t>Phase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Computer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OpenCV, YOLO</a:t>
            </a:r>
            <a:br/>
            <a:r>
              <a:t>Face, Gaze, 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6-8 wks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931920"/>
            <a:ext cx="269748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97763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</a:defRPr>
            </a:pPr>
            <a:r>
              <a:t>Phase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2976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Advanced 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6634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LSTM, Autoencoder</a:t>
            </a:r>
            <a:br/>
            <a:r>
              <a:t>RL, Real-time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9436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6-8 wks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931920"/>
            <a:ext cx="269748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397763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64"/>
                </a:solidFill>
              </a:defRPr>
            </a:pPr>
            <a:r>
              <a:t>Phase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42976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System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6634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Camera, Dashboard</a:t>
            </a:r>
            <a:br/>
            <a:r>
              <a:t>API, Docker, GPU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59436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8-12 wks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3931920"/>
            <a:ext cx="269748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19" y="397763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64C8"/>
                </a:solidFill>
              </a:defRPr>
            </a:pPr>
            <a:r>
              <a:t>Phase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19" y="42976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19" y="46634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Privacy, Pilot</a:t>
            </a:r>
            <a:br/>
            <a:r>
              <a:t>Optimize, 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59436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4-6 wks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6FF"/>
                </a:solidFill>
              </a:defRPr>
            </a:pPr>
            <a:r>
              <a:t>ExamGuard Model Map — 7 Sub-Problems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743200" cy="2468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Detect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YOLO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Supervised</a:t>
            </a:r>
            <a:br/>
            <a:r>
              <a:t>Pre-trained, 30+fps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743200" cy="2468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Where Looking?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Supervised</a:t>
            </a:r>
            <a:br/>
            <a:r>
              <a:t>Best for 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743200" cy="2468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Behavior?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CNN+LSTM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Supervised</a:t>
            </a:r>
            <a:br/>
            <a:r>
              <a:t>Frames +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097280"/>
            <a:ext cx="2743200" cy="2468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Unusual?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Autoencoder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Unsupervised</a:t>
            </a:r>
            <a:br/>
            <a:r>
              <a:t>Learn normal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2743200" cy="2468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B4"/>
                </a:solidFill>
              </a:defRPr>
            </a:pPr>
            <a:r>
              <a:t>K-Means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Unsupervised</a:t>
            </a:r>
            <a:br/>
            <a:r>
              <a:t>Simple, proven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840480"/>
            <a:ext cx="2743200" cy="2468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When Alert?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Custom 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6634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Reinforcement</a:t>
            </a:r>
            <a:br/>
            <a:r>
              <a:t>Balance alerts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2743200" cy="2468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Track Person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Re-ID 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6634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Deep Learning</a:t>
            </a:r>
            <a:br/>
            <a:r>
              <a:t>Match angles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MVP Versions — Start Small, Build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1945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v0.1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Phone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Single camera</a:t>
            </a:r>
            <a:br/>
            <a:r>
              <a:t>Detect phones only</a:t>
            </a:r>
            <a:br/>
            <a:r>
              <a:t>YOLO pre-trained</a:t>
            </a:r>
            <a:br/>
            <a:br/>
            <a:r>
              <a:t>Build after Phase 5</a:t>
            </a:r>
            <a:br/>
            <a:r>
              <a:t>Useful on its own!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39" y="1097280"/>
            <a:ext cx="21945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79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v0.2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Gaze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01168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Single camera</a:t>
            </a:r>
            <a:br/>
            <a:r>
              <a:t>Track where looking</a:t>
            </a:r>
            <a:br/>
            <a:r>
              <a:t>MediaPipe + timer</a:t>
            </a:r>
            <a:br/>
            <a:br/>
            <a:r>
              <a:t>Alert: 10+ sec at</a:t>
            </a:r>
            <a:br/>
            <a:r>
              <a:t>neighbor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1097280"/>
            <a:ext cx="21945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9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v0.3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Behavior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201168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Single camera</a:t>
            </a:r>
            <a:br/>
            <a:r>
              <a:t>Phone + Gaze + Pose</a:t>
            </a:r>
            <a:br/>
            <a:r>
              <a:t>+ Anomaly detection</a:t>
            </a:r>
            <a:br/>
            <a:r>
              <a:t>Confidence scoring</a:t>
            </a:r>
            <a:br/>
            <a:br/>
            <a:r>
              <a:t>Build after Phase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79" y="1097280"/>
            <a:ext cx="21945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v1.0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Single Hall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201168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4-5 cameras</a:t>
            </a:r>
            <a:br/>
            <a:r>
              <a:t>Full detection pipeline</a:t>
            </a:r>
            <a:br/>
            <a:r>
              <a:t>Dashboard + alerts</a:t>
            </a:r>
            <a:br/>
            <a:r>
              <a:t>Evidence clips</a:t>
            </a:r>
            <a:br/>
            <a:br/>
            <a:r>
              <a:t>Build after Phase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097280"/>
            <a:ext cx="21945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v2.0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Multi-Hall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01168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50+ cameras</a:t>
            </a:r>
            <a:br/>
            <a:r>
              <a:t>Edge processing</a:t>
            </a:r>
            <a:br/>
            <a:r>
              <a:t>Control room</a:t>
            </a:r>
            <a:br/>
            <a:r>
              <a:t>Full reporting</a:t>
            </a:r>
            <a:br/>
            <a:br/>
            <a:r>
              <a:t>Build after Phase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Multi-Camera 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1 hall = 5 cameras = 150 fps</a:t>
            </a:r>
            <a:br/>
            <a:r>
              <a:t>10 halls = 50 cameras = 1500 fps</a:t>
            </a:r>
            <a:br/>
            <a:r>
              <a:t>50 halls = 250 cameras = 7500 fps</a:t>
            </a:r>
            <a:br/>
            <a:br/>
            <a:r>
              <a:t>Same student from 2-3 angles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97280"/>
            <a:ext cx="50292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Edge processing: 90% reduction</a:t>
            </a:r>
            <a:br/>
            <a:r>
              <a:t>Smart FPS: 5-10 normally, 30 when suspicious</a:t>
            </a:r>
            <a:br/>
            <a:r>
              <a:t>Person Re-ID: track across cameras</a:t>
            </a:r>
            <a:br/>
            <a:r>
              <a:t>1 GPU = 20-30 camera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338328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Cameras: 4-5</a:t>
            </a:r>
            <a:br/>
            <a:r>
              <a:t>GPUs: 1 GPU</a:t>
            </a:r>
            <a:br/>
            <a:r>
              <a:t>Students: 50-100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840480"/>
            <a:ext cx="338328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Cameras: 40-50</a:t>
            </a:r>
            <a:br/>
            <a:r>
              <a:t>GPUs: 2-3 GPUs</a:t>
            </a:r>
            <a:br/>
            <a:r>
              <a:t>Students: 500-1K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840480"/>
            <a:ext cx="338328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Large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97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Cameras: 200+</a:t>
            </a:r>
            <a:br/>
            <a:r>
              <a:t>GPUs: 8-10 GPUs</a:t>
            </a:r>
            <a:br/>
            <a:r>
              <a:t>Students: 5000+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Timeline — Zero to Working ExamGuard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Month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Foundations +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Phase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Month 3-4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556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Core ML +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55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Phase 3-4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Month 5-6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311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Computer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31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Phase 5 (CRITICAL)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C32"/>
                </a:solidFill>
              </a:defRPr>
            </a:pPr>
            <a:r>
              <a:t>Month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06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v0.1 Phone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706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FIRST WORKING MVP!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Month 7-8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82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Advanced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182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Phase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Month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v0.3 Behavior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COMBINED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330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Month 9-11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13308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System Building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330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Phase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085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C32"/>
                </a:solidFill>
              </a:defRPr>
            </a:pPr>
            <a:r>
              <a:t>Month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6085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v1.0 Single Hall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608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REAL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84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64FF"/>
                </a:solidFill>
              </a:defRPr>
            </a:pPr>
            <a:r>
              <a:t>Month 12-14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0840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Testing + Multi-Hall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0840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Phase 8 +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