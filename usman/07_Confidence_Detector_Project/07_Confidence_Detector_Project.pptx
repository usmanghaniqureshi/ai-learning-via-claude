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defRPr sz="4400" b="1" i="0">
                <a:solidFill>
                  <a:srgbClr val="6482FF"/>
                </a:solidFill>
              </a:defRPr>
            </a:pPr>
            <a:r>
              <a:t>Presentation Confidence Detector</a:t>
            </a:r>
          </a:p>
          <a:p>
            <a:pPr algn="ctr">
              <a:spcBef>
                <a:spcPts val="0"/>
              </a:spcBef>
              <a:spcAft>
                <a:spcPts val="2000"/>
              </a:spcAft>
              <a:defRPr sz="2800" b="0" i="0">
                <a:solidFill>
                  <a:srgbClr val="FFFFFF"/>
                </a:solidFill>
              </a:defRPr>
            </a:pPr>
            <a:r>
              <a:t>Complete Project Blueprint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800" b="0" i="0">
                <a:solidFill>
                  <a:srgbClr val="B4B4BE"/>
                </a:solidFill>
              </a:defRPr>
            </a:pPr>
            <a:r>
              <a:t>A browser-based AI system that watches your face, listens to your speech,</a:t>
            </a:r>
          </a:p>
          <a:p>
            <a:pPr algn="ctr">
              <a:spcBef>
                <a:spcPts val="0"/>
              </a:spcBef>
              <a:spcAft>
                <a:spcPts val="1400"/>
              </a:spcAft>
              <a:defRPr sz="1800" b="0" i="0">
                <a:solidFill>
                  <a:srgbClr val="B4B4BE"/>
                </a:solidFill>
              </a:defRPr>
            </a:pPr>
            <a:r>
              <a:t>and analyzes your voice to give you a real-time confidence score (0-100).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0C864"/>
                </a:solidFill>
              </a:defRPr>
            </a:pPr>
            <a:r>
              <a:t>Everything runs locally. No server required for core detection.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8C8C9B"/>
                </a:solidFill>
              </a:defRPr>
            </a:pPr>
            <a:r>
              <a:t>24 slides  |  Standalone document  |  Read this and understand the entire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The Problem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does this project exist?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1. People cannot objectively judge their own confidence while presenting.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You THINK you look confident. The audience sees something different.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2. Professional presentation coaches cost $200-500 per hour.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Most people cannot afford 10 sessions to improve.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3. No tool gives objective, real-time feedback during practice.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Recording yourself and watching later is slow and subjective.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What we build instead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 free, offline, browser-based tool that acts as your AI presentation coach.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It watches your face, listens to your words, analyzes your voice, and gives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you a real-time confidence score with coaching nudges -- all in your browser.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"If you can't measure it, you can't improve it." This tool measures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How It Works: 7-Step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From button click to coaching feedback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1: User clicks START  --&gt;  Camera + Microphone activated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2: Camera sends 30 frames/sec  --&gt;  Microphone streams audio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3: Face Engine extracts expressions, eye contact, blinks, posture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4: STT Engine converts speech to text  --&gt;  NLP Engine finds fillers &amp; hedges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5: Voice Engine measures pitch, volume, silence ratio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6: Scoring Algorithm combines all signals into one score (0-100)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7: Dashboard shows live score, coaching alerts, transcript with highlights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After the session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User clicks STOP  --&gt;  Session Report generated with timeline, breakdown, top 3 tips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All 7 steps happen continuously. The user just sees one smooth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System Architecture: 5 Layers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Layer 1: Input Layer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Camera (30 FPS video frames) + Microphone (44,100 audio samples/sec)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Layer 2: Processing Layer (4 Engines)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Face Engine (MediaPipe)  |  STT Engine (speech-to-text)  |  NLP Engine (text analysis)  |  Voice Engine (FFT)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Layer 3: Scoring Layer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Face Score x 0.40  +  Speech Score x 0.35  +  Voice Score x 0.25  =  Confidence (0-100)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Layer 4: Feedback Layer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Animated confidence meter  |  Coaching alerts (max 1 per 15s)  |  Live transcript  |  Metrics cards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Layer 5: Report Layer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Final score + per-engine breakdown + timeline chart + filler analysis + top 3 improvements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Each engine runs independently. If one fails, the others keep working. Degrade gracefully, never crash.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The Scoring Formula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formula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00C864"/>
                </a:solidFill>
              </a:defRPr>
            </a:pPr>
            <a:r>
              <a:t>Final Score = (Face x 0.40) + (Speech x 0.35) + (Voice x 0.25)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these weights? Three reasons: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1. MEHRABIAN'S RESEARCH: ~55% of perceived confidence is visual (face/body).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Face gets 0.40 (discounted from 0.55 because we only see the face, not full body).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2. RELIABILITY: Face detection (MediaPipe) is the most accurate engine we have.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Voice analysis in a browser is the least reliable (mic quality varies). So voice = 0.25.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3. AUDIENCE IMPACT: What you SAY is what the audience remembers after the talk.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Speech (fillers, hedges, pace) is concrete and countable. Speech = 0.35.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IMPORTANT: These are starting heuristics, NOT scientific constants.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After testing with real users, adjust weights based on data. Equal weights (0.33 each) assume equal reliability -- they don't have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Face Score Deep Dive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Baseline: 45 points. Then adjust up or down: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EXPRESSION:    Smiling +25  |  Speaking +15  |  Neutral 0  |  Worried -10  |  Tense -20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EYE CONTACT:   &gt;80% of time looking at camera: +20  |  60-80%: +12  |  30-60%: +5  |  &lt;15%: -15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BLINK RATE:    &lt;25/min: 0  |  25-35/min: -5  |  &gt;35/min: -10  (normal is 15-20/min)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POSTURE:       Upright: +8  |  Tilted: -5  |  Slouching: -12  (shoulder landmarks)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FIDGETING:     Score &lt;25: 0  |  25-50: -5  |  &gt;50: -10  (shoulder/wrist movement rate)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HAND GESTURES: Raised/gesturing: +7  (positive movement vs nervous fidgeting)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Example calculation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45 (base) + 15 (speaking) + 12 (75% eye contact) + 0 (normal blinks) + 8 (upright) + 0 (no fidget) + 3 (some gestures) = 83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Same body part, different meaning: hands gesturing = +7, hands fidgeting = -10. HOW it moves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WHY Blendshapes (Our Real Experience)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What we tried first: Manual distance calculations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We measured pixel distances between facial landmarks (mouth corners, eye edges).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Result: FAILED BADLY.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- Our smile detection gave NEGATIVE scores when people smiled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  (mouth opening shifted the center point and broke the distance math)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- 'Tense' triggered on every normal resting face (lip distance threshold too tight)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- Thresholds that worked on one person failed on another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What works: MediaPipe Blendshapes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MediaPipe provides 52 pre-computed blendshape scores (0.0 to 1.0) for each face.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Trained on millions of faces. Already knows what a smile looks like across different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face shapes, sizes, and lighting. We just read the score: mouthSmileLeft &gt; 0.08 = smiling.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Blendshapes work because the hard problem (what is a smile?) is already solved.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We also considered FER (emotion classifier) but research shows 40-60% accuracy on subtle expressions. Too unreliable.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Speech Score Deep Dive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Start at 100. Subtract penalties: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Speech Score = 100 - FillerPenalty - HedgePenalty - RepetitionPenalty - PacePenalty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FILLERS:      penalty = filler_rate% x 5, capped at -40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           Example: 6 fillers in 280 words = 2.1% rate --&gt; penalty = 10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HEDGES:       penalty = count x 3, capped at -30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           Each 'I think', 'maybe', 'sort of' costs 3 points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REPETITIONS:  penalty = count x 5, capped at -15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           'the the main point' = lost train of thought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PACE:         130-160 WPM = 0 penalty | 100-130 or 160-180 = -5 | &lt;100 or &gt;180 = -15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caps on each penalty?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If fillers alone could take score to 0, the other signals would be meaningless.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Example: 100 - 10 (fillers) - 6 (2 hedges) - 0 (no repeats) - 0 (140 WPM) = 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The Filler Word Challenge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core problem: context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'I like pizza'        --&gt;  'like' is a REAL WORD  (should not penalize)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'It was, like, good'  --&gt;  'like' is a FILLER    (should penalize)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Pattern matching cannot tell the difference. It sees 'like' and counts it.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Our decision: Accept ~15% false positive 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In presentations, 'like' as filler is FAR more common than 'like' as verb.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Catching 85% of real fillers instantly and for free is better than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catching 98% with a 3-second delay and API cost.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v2 solution: Claude API for context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Send the sentence to Claude: 'Is like a filler or real word here?'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98% accuracy, but costs money and adds latency. Optional toggle in v2.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For v1: pattern matching is instant, free, and 85% accurate. Ship it.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Same trade-off applies to 'so', 'basically', 'actually' -- sometimes real, usually fillers in presentations.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Voice Score Deep Dive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Three signals from raw audio: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1. VOLUME CONSISTENCY: Is the voice steady or fading at end of sentences?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&gt;40% drop from average = trailing off (low confidence signal)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2. PITCH VARIATION (FFT): Monotone (StdDev &lt;10 Hz) vs natural (20-50 Hz) vs shaky (&gt;80 Hz)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Confident speakers vary pitch naturally. Nervous speakers have rapid pitch swings.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3. SILENCE RATIO: 1-3 sec pauses = thinking (OK). &gt;5 sec = lost for words (bad).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 15% silence ratio is normal. Above 30% signals struggle.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weighted lowest (0.25)?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Browser audio analysis has real limitations: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- Mic quality varies wildly between devices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- Background noise corrupts readings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- Distance from mic changes volume independent of confidence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- Browser FFT has lower precision than dedicated audio tools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Voice is a SUPPORTING signal. If face + speech say 'confident' but voice says 'shaky', score drops slightly -- not dramatically.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Scoring Walkthrough: Real Numbers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Scenario: 2-minute practice session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FACE: Speaking 60%, neutral 30%, smiling 10% | 75% eye contact | 22 blinks/min | Upright | Minimal fidget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--&gt; 45 (base) + 15 (speaking) + 12 (eye) + 0 (blinks) + 8 (posture) + 0 (fidget) + 3 (gestures) = 83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SPEECH: 280 words, 140 WPM | 6 fillers (2.1%) | 2 hedges | 0 repetitions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--&gt; 100 - 10 (fillers: 2.1x5) - 6 (hedges: 2x3) - 0 (repeats) - 0 (pace) = 84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VOICE: Steady volume | Natural pitch variation | 15% silence ratio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--&gt; Volume 85 + Pitch 80 + Silence 90 = average 85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Combined Final Score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900" b="1" i="0">
                <a:solidFill>
                  <a:srgbClr val="00C864"/>
                </a:solidFill>
              </a:defRPr>
            </a:pPr>
            <a:r>
              <a:t>Final = (83 x 0.40) + (84 x 0.35) + (85 x 0.25) = 33.2 + 29.4 + 21.25 = 83.85 ~ 84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Verdict: 84 = 'Confident' -- good eye contact, minimal fillers, steady voice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Room to improve: reduce the 6 fillers and 2 hedges to push above 90.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Score Smoothing: Exponential Moving Average (EMA)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problem without smoothing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Raw scores jump every frame: 72 -&gt; 45 -&gt; 81 -&gt; 50. Looks broken. Useless for the user.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Analogy: Weather forecast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 weather app doesn't say '25C! Now 23C! Now 26C!' every minute.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It smooths: 'Today around 24-25C.' We do the same with confidence scores.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formula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Displayed Score = (0.3 x latest reading) + (0.7 x previous displayed score)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70% stability (where it WAS) + 30% responsiveness (new reading)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Worked example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Frame 1: Raw=75  --&gt; Display: 75 (first reading)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Frame 2: Raw=60  --&gt; Display: (0.3x60) + (0.7x75) = 18 + 52.5 = 71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Frame 3: Raw=80  --&gt; Display: (0.3x80) + (0.7x71) = 24 + 49.7 = 74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Frame 4: Raw=50  --&gt; Display: (0.3x50) + (0.7x74) = 15 + 51.8 = 67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Instead of jumping 75-&gt;60-&gt;80-&gt;50, displayed score moves smoothly 75-&gt;71-&gt;74-&gt;67.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Technology Choices (and WHY)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MediaPipe Face Mesh?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Free, fast (30+ FPS), 468 landmarks + 52 blendshapes, runs offline, proven in ExamGuard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WHY NOT FER/AffectNet: 40-60% accuracy on subtle expressions. Black box, can't tune.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Vosk (offline STT)?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Runs 100% offline, no API cost, supports multiple languages, scalable to many users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WHY NOT paid APIs (Google/AWS): Cost per minute, requires internet, privacy concerns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FALLBACK: Web Speech API for Chrome/Edge MVP (simpler setup, Chrome-only)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Pattern Matching for NLP?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Instant execution (no latency), free (no API), 85% accuracy on fillers/hedges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WHY NOT Claude API for every sentence: 2-5 sec latency per call, costs money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v2 PLAN: Add Claude as optional layer for context-aware analysis (98% accuracy)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NOT a single AI model for everything?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Too slow for real-time. Too expensive at scale. We use AI periodically (v2), rules for real-time.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Detection Map: 6 Sub-Problems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Each sub-problem, its technology, and update rate: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1. FACIAL EXPRESSIONS   | Video frames   | MediaPipe FaceMesh (blendshapes)  | Every 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2. EYE CONTACT          | Video frames   | MediaPipe FaceMesh (gaze dirs)    | Every 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3. FILLER WORDS         | Transcript     | STT --&gt; Pattern matching          | Every sentence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4. HEDGING LANGUAGE     | Transcript     | Pattern matching (phrase list)    | Every sentence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5. SPEAKING PACE        | Transcript+time| Word count / elapsed time         | Every 5 seconds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6. VOICE STEADINESS     | Raw audio      | Web Audio API + FFT              | Continuous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How they feed the score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Detections 1+2 --&gt; Face Score (x0.40)  |  Detections 3+4+5 --&gt; Speech Score (x0.35)  |  Detection 6 --&gt; Voice Score (x0.25)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Optional v2 addition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7. AI DEEP ANALYSIS     | Frame+text     | Claude API (multimodal)           | Every 30 seconds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Detections 1 and 2 share the same MediaPipe model -- zero extra cost for eye contact.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16 Blendshapes We Use (out of 52)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Smile &amp; Expression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mouthSmileLeft / mouthSmileRight   (&gt;0.08 = smiling)    |  mouthFrownLeft / mouthFrownRight  (&gt;0.12 = frown)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mouthPressLeft / mouthPressRight    (&gt;0.08 = lip press)  |  jawOpen  (&gt;0.02 = speaking)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Brow &amp; Worry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browInnerUp  (&gt;0.25 = worry/concern)  |  browDownLeft / browDownRight  (&gt;0.30 = tension/frustration)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Eyes: Blink &amp; Gaze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eyeBlinkLeft / eyeBlinkRight  (&gt;0.50 = blink detected)  |  eyeWideLeft / eyeWideRight  (&gt;0.15 = wide/surprised)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eyeLookDownLeft/Right  (&gt;0.55 = looking down)  |  eyeLookUpLeft/Right  (&gt;0.55 = looking up)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eyeLookInLeft/Right  (&gt;0.55 = looking sideways)  |  eyeLookOutLeft/Right  (&gt;0.55 = looking sideways)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WHY only 16?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The other 36 blendshapes cover tongue, cheek puff, lip pucker -- irrelevant to confidence.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Fewer signals = less noise in scoring.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Eye contact threshold is 0.55 (not 0.50) because laptop cameras sit slightly below eye level. 0.50 flagged normal laptop gaze as 'looking down'.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Filler Words &amp; Hedging Phrases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18 Filler Words (5 categories)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PURE VERBAL PAUSES:     um, uh, uhh, ah, er, hmm  (always fillers, zero meaning)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CONTEXT-DEPENDENT:      like, so, well  (sometimes real words -- accept 15% false positive)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VERBAL PADDING:         basically, actually, literally, honestly  (usually padding)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FILLER PHRASES:         you know, I mean, okay so  (almost always fillers in presentations)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SOFTENERS:              sort of, kind of, right  (soften statements, reduce authority)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16 Hedging Phrases (5 categories)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UNCERTAINTY:            'I think', 'I believe', 'I feel like'  (opinion as uncertain)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WEAK MODIFIERS:         'maybe', 'probably', 'perhaps'  (sounds unsure)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DOWNPLAYING:            'sort of', 'kind of', 'a little bit'  (minimizing own statement)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EXPLICIT DOUBT:         'I'm not sure', 'I could be wrong', 'I guess'  (stating lack of confidence)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APOLOGIZING:            'sorry', 'sorry but'  (apologizing for having something to say)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Each filler: penalty = rate% x 5  |  Each hedge: -3 points  |  Caps prevent one signal from dominating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Comparison to Existing Products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Yoodli (AI Speech Coach)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Cloud-based, requires internet, subscription pricing, closed source, good accuracy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Poised (Real-time Feedback)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Desktop app, works during Zoom calls, subscription, proprietary algorithms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Orai (Mobile Speech Coach)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Mobile-only, focuses on pace/energy/confidence, subscription model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Our Confidence Detector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OFFLINE: Runs 100% in the browser. No data leaves your device.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OPEN SOURCE: Every algorithm is visible. Every threshold is tunable.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FREE: No subscription. No API cost for core features.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EDUCATIONAL: Built to learn AI/ML. Every decision is documented with WHY.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CUSTOMIZABLE: Adjust weights, thresholds, filler lists to your needs.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We trade polish for transparency. Yoodli is more polished -- but you can't see how it works or tune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Honest Limitations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What this system CANNOT do: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1. NO SARCASM DETECTION: 'Oh great, another meeting' scores as positive (words are fine)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2. SINGLE SPEAKER ONLY: Cannot handle two people talking simultaneously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3. ACCENT-DEPENDENT: STT accuracy drops for non-American/British English accents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4. LIGHTING-DEPENDENT: MediaPipe needs decent lighting. Dark rooms = face not detected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5. 'LIKE' FALSE POSITIVES: 'I like pizza' penalized as filler (~15% false positive rate)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6. CULTURAL BIAS: 130-160 WPM 'optimal' is Western norm. Some cultures speak faster/slower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7. NO BODY LANGUAGE: Camera sees face only. Can't detect hand wringing below frame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8. MIC DEPENDENCY: Voice score varies with mic quality, distance, background noise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Our approach to limitations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Be transparent: tell users. Let users calibrate to their baseline. Never present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scores as absolute truth -- always 'relative to your normal.'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Acknowledging limitations is not weakness. It builds trust and sets correct expectations.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Learning Phases: 5-Phase Plan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Phase 1: Hardware Access (Camera + Mic)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getUserMedia API, permissions, video/audio stream lifecycle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REUSED from ExamGuard: Camera access pattern, permission handling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Phase 2: Speech &amp; Audio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Speech-to-Text (Vosk/Web Speech API), Web Audio API, pitch/volume extraction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NEW: Everything. ExamGuard never touched audio.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Phase 3: Face &amp; Expression Detection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MediaPipe FaceMesh, blendshapes, expression mapping, eye contact, blink 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REUSED from ExamGuard: MediaPipe setup, landmark reading, gaze detection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Phase 4: NLP Text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Tokenization, filler detection, hedging detection, pace calculation, text scoring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NEW: Everything. ExamGuard never analyzed text.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Phase 5: System Integration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Multi-engine orchestration, scoring algorithm, dashboard, coaching alerts, reports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REUSED from ExamGuard: Dashboard patterns, scoring concepts. NEW: multi-engine sync.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MVP Versions: Build in Layers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v0.1 -- Face Only (3-5 days)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Camera --&gt; MediaPipe Face Mesh --&gt; Expression label + face overlay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Proves: 'MediaPipe works in my browser and I can read facial expressions'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v0.2 -- Face + Speech (1 week)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microphone + STT + NLP. Two separate scores displayed side by side.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Proves: 'Two engines can run simultaneously without lag'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v0.3 -- Full Demo (2-3 weeks)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voice engine + combined scoring + coaching alerts + session report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Proves: 'This is a real product that coaches you in real time'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v1.0 -- Production (2 weeks)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Claude API feedback + session history + baseline calibration + PDF export + polish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Proves: 'I built a portfolio-quality AI speech coaching product'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Each version is a WORKING product you can demo. Never build everything at once.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v0.3 = 'It works.'   v1.0 = 'It works AND it looks like a real product.'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How to Get Accuracy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only path to a good score: test with real 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1: RECORD 5-10 test sessions with different confidence levels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 One session where you TRY to be confident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 One session with deliberate 'ums' everywhere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 One session avoiding eye contact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- One session at your normal comfort level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2: SCORE each session yourself (human judgment, 0-100). Be honest.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3: COMPARE human score vs system score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Example: 'Lots of ums' -- Human says 35, System says 55 --&gt; system too generous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4: ADJUST weights to close the gap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If system is too generous on fillers --&gt; increase Speech weight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  If system ignores bad eye contact --&gt; increase Face weight or adjust penalty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Step 5: REPEAT until human and system agree within 5-10 points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No amount of theoretical weight-choosing beats testing with real data.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This is the real path to accuracy. Plan 2 dedicated days for tuning after v0.3 is built.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Error Handling: Degrade Gracefully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Every failure scenario and what happens: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CAMERA DENIED:       Show clear message. Continue with voice+speech only (reweight to 0.58/0.42)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MIC DENIED:          Show clear message. Continue with face-only scoring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BOTH DENIED:         Cannot score. Block session with helpful permission instructions.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FACE NOT DETECTED:   Warn 'check lighting/angle'. Fall back to voice+speech scoring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STT TIMEOUT (&gt;10s):  Auto-restart STT silently. After 3 failures, warn user. Freeze speech score.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NO AUDIO (&gt;15s):     Prompt 'Are you still presenting?' Voice penalizes for silence. Face continues.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TAB HIDDEN:          Pause session (camera stops when tab hidden). Resume on return.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SLOW DEVICE:         Reduce to 15 FPS, then 10 FPS. Below 10: warn user. Accuracy reduced.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Design principle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1" i="0">
                <a:solidFill>
                  <a:srgbClr val="00C864"/>
                </a:solidFill>
              </a:defRPr>
            </a:pPr>
            <a:r>
              <a:t>Something is ALWAYS better than nothing. A voice-only score is still useful.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NEVER crash. NEVER show a blank screen. NEVER silently fail.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Performance Budget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Target: 30 FPS = 33.3ms per 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Camera sends 30 frames per second. Each frame must be processed in &lt;34ms.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But we don't need to process EVERY frame for face analysis.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Strategy: Process every 2nd frame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Process face on frames 1, 3, 5, 7...  Skip frames 2, 4, 6, 8...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Effective rate: 15 FPS for face analysis. Still smooth, half the CPU cost.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Audio engines run on their own thread (Web Audio API). No frame budget conflict.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How to measure: Chrome DevTools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Performance tab --&gt; Record 10 seconds --&gt; Look at frame times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If frames consistently &gt;34ms: optimize. If occasional spikes: acceptable.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Use Web Workers for heavy processing to keep UI thread responsive.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Fallback plan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If 15 FPS not achievable: reduce resolution (640x480), process every 3rd frame,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or drop voice engine first (lowest weight at 0.25).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1" i="0">
                <a:solidFill>
                  <a:srgbClr val="FF3C3C"/>
                </a:solidFill>
              </a:defRPr>
            </a:pPr>
            <a:r>
              <a:t>Profile BEFORE adding features. Performance issues found late are 10x harder to fix.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6482FF"/>
                </a:solidFill>
              </a:defRPr>
            </a:pPr>
            <a:r>
              <a:t>What's Next: The Build Order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Step 1: Build v0.1 (Face Only)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Camera + MediaPipe + expression labels. Prove the core tech works. 3-5 days.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Step 2: Build v0.2 (Face + Speech)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microphone + STT + NLP. Two engines running side by side. 1 week.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Step 3: Build v0.3 (Full Demo)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voice engine + combined scoring + coaching alerts + session reports. 2-3 weeks.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Step 4: Build v1.0 (Production)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Add Claude API + session history + calibration + PDF export + polish. 2 weeks.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200" b="1" i="0">
                <a:solidFill>
                  <a:srgbClr val="FFD200"/>
                </a:solidFill>
              </a:defRPr>
            </a:pPr>
            <a:r>
              <a:t>&gt;&gt; The philosophy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2000" b="1" i="0">
                <a:solidFill>
                  <a:srgbClr val="00C864"/>
                </a:solidFill>
              </a:defRPr>
            </a:pPr>
            <a:r>
              <a:t>A simple working product beats a complex unfinished product.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Each version is a complete, demo-able product. Never build all 4 engines at once.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When blocked: cut scope, never cut quality. A 2-engine system that scores accurately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700" b="0" i="0">
                <a:solidFill>
                  <a:srgbClr val="B4B4BE"/>
                </a:solidFill>
              </a:defRPr>
            </a:pPr>
            <a:r>
              <a:t>is better than a 4-engine system that gives wrong numbers.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0" i="1">
                <a:solidFill>
                  <a:srgbClr val="8C8C9B"/>
                </a:solidFill>
              </a:defRPr>
            </a:pPr>
            <a:r>
              <a:t>Total estimated build time: 6-8 weeks from Phase 1 to v1.0. You've done harder things in ExamGuard.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