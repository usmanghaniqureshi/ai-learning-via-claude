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96FF"/>
                </a:solidFill>
              </a:defRPr>
            </a:pPr>
            <a:r>
              <a:t>How to Choose the Right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With Real-World Examples &amp; ExamGuard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Personal Study Guide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5 Questions Before ANY ML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10312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1. GOAL?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92023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What am I</a:t>
            </a:r>
            <a:br/>
            <a:r>
              <a:t>trying to</a:t>
            </a:r>
            <a:br/>
            <a:r>
              <a:t>achieve?</a:t>
            </a:r>
            <a:br/>
            <a:br/>
            <a:r>
              <a:t>ExamGuard:</a:t>
            </a:r>
            <a:br/>
            <a:r>
              <a:t>Detect cheating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371600"/>
            <a:ext cx="210312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41732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2. DATA?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83080"/>
            <a:ext cx="192023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What type</a:t>
            </a:r>
            <a:br/>
            <a:r>
              <a:t>do I have?</a:t>
            </a:r>
            <a:br/>
            <a:br/>
            <a:r>
              <a:t>Labeled clips</a:t>
            </a:r>
            <a:br/>
            <a:r>
              <a:t>+ live feeds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371600"/>
            <a:ext cx="210312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41732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3. ANSWER?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83080"/>
            <a:ext cx="192023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Word?</a:t>
            </a:r>
            <a:br/>
            <a:r>
              <a:t>Number?</a:t>
            </a:r>
            <a:br/>
            <a:r>
              <a:t>Group?</a:t>
            </a:r>
            <a:br/>
            <a:r>
              <a:t>Strategy?</a:t>
            </a:r>
            <a:br/>
            <a:br/>
            <a:r>
              <a:t>Word = cheating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371600"/>
            <a:ext cx="210312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41732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4. SIZE?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783080"/>
            <a:ext cx="192023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How much</a:t>
            </a:r>
            <a:br/>
            <a:r>
              <a:t>data?</a:t>
            </a:r>
            <a:br/>
            <a:br/>
            <a:r>
              <a:t>&lt;1K = simple</a:t>
            </a:r>
            <a:br/>
            <a:r>
              <a:t>100K+ = DL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371600"/>
            <a:ext cx="210312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41732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5. SPEED?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783080"/>
            <a:ext cx="192023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Real-time</a:t>
            </a:r>
            <a:br/>
            <a:r>
              <a:t>needed?</a:t>
            </a:r>
            <a:br/>
            <a:br/>
            <a:r>
              <a:t>YES = YOLO</a:t>
            </a:r>
            <a:br/>
            <a:r>
              <a:t>NO = any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Real Cases: Walk Through the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SPAM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Answer: Spam/Not (WORD)</a:t>
            </a:r>
            <a:br/>
            <a:r>
              <a:t>Labels: YES</a:t>
            </a:r>
            <a:br/>
            <a:r>
              <a:t>Data: 5000 emails</a:t>
            </a:r>
            <a:br/>
            <a:br/>
            <a:r>
              <a:t>-&gt; Classification</a:t>
            </a:r>
            <a:br/>
            <a:r>
              <a:t>-&gt; Logistic Regression</a:t>
            </a:r>
            <a:br/>
            <a:r>
              <a:t>(small data, simple)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HOUSE PRICES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Answer: Rs 72L (NUMBER)</a:t>
            </a:r>
            <a:br/>
            <a:r>
              <a:t>Labels: YES</a:t>
            </a:r>
            <a:br/>
            <a:r>
              <a:t>Data: 10,000 houses</a:t>
            </a:r>
            <a:br/>
            <a:br/>
            <a:r>
              <a:t>-&gt; Regression</a:t>
            </a:r>
            <a:br/>
            <a:r>
              <a:t>-&gt; Linear Regression first</a:t>
            </a:r>
            <a:br/>
            <a:r>
              <a:t>then Random Forest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CUSTOMER 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Answer: Groups (no label)</a:t>
            </a:r>
            <a:br/>
            <a:r>
              <a:t>Labels: NO</a:t>
            </a:r>
            <a:br/>
            <a:r>
              <a:t>Data: 50K customers</a:t>
            </a:r>
            <a:br/>
            <a:br/>
            <a:r>
              <a:t>-&gt; Clustering</a:t>
            </a:r>
            <a:br/>
            <a:r>
              <a:t>-&gt; K-Means</a:t>
            </a:r>
            <a:br/>
            <a:r>
              <a:t>(find 3-5 groups)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CREDIT CARD FRAUD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Answer: Fraud? (rare!)</a:t>
            </a:r>
            <a:br/>
            <a:r>
              <a:t>Labels: 0.1% fraud</a:t>
            </a:r>
            <a:br/>
            <a:r>
              <a:t>Data: 1M transactions</a:t>
            </a:r>
            <a:br/>
            <a:br/>
            <a:r>
              <a:t>-&gt; Anomaly Detection</a:t>
            </a:r>
            <a:br/>
            <a:r>
              <a:t>-&gt; Isolation Forest</a:t>
            </a:r>
            <a:br/>
            <a:r>
              <a:t>(imbalanced data!)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EXAMGUARD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Answer: Phone/No (WORD)</a:t>
            </a:r>
            <a:br/>
            <a:r>
              <a:t>Data: Camera IMAGES</a:t>
            </a:r>
            <a:br/>
            <a:r>
              <a:t>Real-time: YES</a:t>
            </a:r>
            <a:br/>
            <a:br/>
            <a:r>
              <a:t>-&gt; CNN + Transfer</a:t>
            </a:r>
            <a:br/>
            <a:r>
              <a:t>-&gt; YOLO (30+ fps)</a:t>
            </a:r>
            <a:br/>
            <a:r>
              <a:t>(pre-trained!)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SELF-DRIVING 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Answer: Strategy</a:t>
            </a:r>
            <a:br/>
            <a:r>
              <a:t>Labels: Can't label all</a:t>
            </a:r>
            <a:br/>
            <a:r>
              <a:t>Feedback: Reward/Penalty</a:t>
            </a:r>
            <a:br/>
            <a:br/>
            <a:r>
              <a:t>-&gt; Reinforcement</a:t>
            </a:r>
            <a:br/>
            <a:r>
              <a:t>-&gt; Custom RL</a:t>
            </a:r>
            <a:br/>
            <a:r>
              <a:t>(too many scenarios)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C32"/>
                </a:solidFill>
              </a:defRPr>
            </a:pPr>
            <a:r>
              <a:t>6 Expert Tricks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1. START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Try simple model first</a:t>
            </a:r>
            <a:br/>
            <a:r>
              <a:t>If 83% vs CNN's 85%</a:t>
            </a:r>
            <a:br/>
            <a:r>
              <a:t>-&gt; Use simple one!</a:t>
            </a:r>
            <a:br/>
            <a:br/>
            <a:r>
              <a:t>Don't jump to</a:t>
            </a:r>
            <a:br/>
            <a:r>
              <a:t>Deep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2. DATA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&lt;1K = Decision Tree</a:t>
            </a:r>
            <a:br/>
            <a:r>
              <a:t>1K-100K = Random Forest</a:t>
            </a:r>
            <a:br/>
            <a:r>
              <a:t>100K+ = Deep Learning</a:t>
            </a:r>
            <a:br/>
            <a:r>
              <a:t>Images = ALWAYS DL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3. EXISTING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Objects? -&gt; YOLO</a:t>
            </a:r>
            <a:br/>
            <a:r>
              <a:t>Spam? -&gt; Naive Bayes</a:t>
            </a:r>
            <a:br/>
            <a:r>
              <a:t>Movies? -&gt; Collab Filter</a:t>
            </a:r>
            <a:br/>
            <a:br/>
            <a:r>
              <a:t>Don't reinvent wheel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4. TRANSFER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Pre-trained on millions</a:t>
            </a:r>
            <a:br/>
            <a:r>
              <a:t>Fine-tune with YOUR 500</a:t>
            </a:r>
            <a:br/>
            <a:r>
              <a:t>images. 90% of real</a:t>
            </a:r>
            <a:br/>
            <a:r>
              <a:t>projects use this!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5. MAP SUB-PROBLEMS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ExamGuard = 7 models</a:t>
            </a:r>
            <a:br/>
            <a:r>
              <a:t>Each sub-problem</a:t>
            </a:r>
            <a:br/>
            <a:r>
              <a:t>gets its own best model</a:t>
            </a:r>
            <a:br/>
            <a:br/>
            <a:r>
              <a:t>Big system = many models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6. TEST MULTIPLE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Try 3-4 models</a:t>
            </a:r>
            <a:br/>
            <a:r>
              <a:t>on same data</a:t>
            </a:r>
            <a:br/>
            <a:r>
              <a:t>Pick best accuracy</a:t>
            </a:r>
            <a:br/>
            <a:r>
              <a:t>+ speed combo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C32"/>
                </a:solidFill>
              </a:defRPr>
            </a:pPr>
            <a:r>
              <a:t>Wrong model = wasted weeks. Right model = faster results. ALWAYS test before committing!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