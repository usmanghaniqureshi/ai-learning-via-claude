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A500"/>
                </a:solidFill>
              </a:defRPr>
            </a:pPr>
            <a:r>
              <a:t>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With Real-World Examples &amp; ExamGuard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Personal Study Guide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</a:defRPr>
            </a:pPr>
            <a:r>
              <a:t>What is Reinforcement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8C8D2"/>
                </a:solidFill>
              </a:defRPr>
            </a:pPr>
            <a:r>
              <a:t>We define WHAT success looks like. Model discovers HOW.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7462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4917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AGENT</a:t>
            </a:r>
            <a:br/>
            <a:r>
              <a:t>The learner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4917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You on bicycle</a:t>
            </a:r>
            <a:br/>
            <a:r>
              <a:t>Chess AI</a:t>
            </a:r>
            <a:br/>
            <a:r>
              <a:t>Self-driving car</a:t>
            </a:r>
            <a:br/>
            <a:r>
              <a:t>ExamGuard alert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4700" y="1371600"/>
            <a:ext cx="267462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6140" y="1417320"/>
            <a:ext cx="24917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ENVIRONMENT</a:t>
            </a:r>
            <a:br/>
            <a:r>
              <a:t>The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6140" y="1783080"/>
            <a:ext cx="24917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Road &amp; traffic</a:t>
            </a:r>
            <a:br/>
            <a:r>
              <a:t>Chess board</a:t>
            </a:r>
            <a:br/>
            <a:r>
              <a:t>Road with cars</a:t>
            </a:r>
            <a:br/>
            <a:r>
              <a:t>Exam hall cameras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267462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24917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REWARD</a:t>
            </a:r>
            <a:br/>
            <a:r>
              <a:t>Good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24917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Balanced! +10</a:t>
            </a:r>
            <a:br/>
            <a:r>
              <a:t>Captured piece +5</a:t>
            </a:r>
            <a:br/>
            <a:r>
              <a:t>Safe driving +1</a:t>
            </a:r>
            <a:br/>
            <a:r>
              <a:t>Correct alert +100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9700" y="1371600"/>
            <a:ext cx="267462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1140" y="1417320"/>
            <a:ext cx="24917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PENALTY</a:t>
            </a:r>
            <a:br/>
            <a:r>
              <a:t>Bad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1783080"/>
            <a:ext cx="24917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Fell down -10</a:t>
            </a:r>
            <a:br/>
            <a:r>
              <a:t>Lost piece -5</a:t>
            </a:r>
            <a:br/>
            <a:r>
              <a:t>Crash -1000</a:t>
            </a:r>
            <a:br/>
            <a:r>
              <a:t>False alarm -50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C32"/>
                </a:solidFill>
              </a:defRPr>
            </a:pPr>
            <a:r>
              <a:t>Supervised = "WHAT is this?"  |  Unsupervised = "What PATTERNS?"  |  RL = "HOW to do well?"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</a:defRPr>
            </a:pPr>
            <a:r>
              <a:t>Real RL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YouTube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Agent: recommendation algo</a:t>
            </a:r>
            <a:br/>
            <a:r>
              <a:t>Environment: YouTube</a:t>
            </a:r>
            <a:br/>
            <a:r>
              <a:t>Reward: user watches fully</a:t>
            </a:r>
            <a:br/>
            <a:r>
              <a:t>Penalty: user skips</a:t>
            </a:r>
            <a:br/>
            <a:br/>
            <a:r>
              <a:t>Learns YOUR taste!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Chess AI (AlphaZero)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Learned chess in 24 hours</a:t>
            </a:r>
            <a:br/>
            <a:r>
              <a:t>Played millions of games</a:t>
            </a:r>
            <a:br/>
            <a:r>
              <a:t>against ITSELF</a:t>
            </a:r>
            <a:br/>
            <a:r>
              <a:t>Beat world champion</a:t>
            </a:r>
            <a:br/>
            <a:br/>
            <a:r>
              <a:t>Can't write rules for this!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Self-Driving 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Priority system:</a:t>
            </a:r>
            <a:br/>
            <a:r>
              <a:t>Human life: -1000</a:t>
            </a:r>
            <a:br/>
            <a:r>
              <a:t>Injury: -500</a:t>
            </a:r>
            <a:br/>
            <a:r>
              <a:t>Car damage: -30</a:t>
            </a:r>
            <a:br/>
            <a:br/>
            <a:r>
              <a:t>0.001 sec 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ExamGuard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Correct alert: +100</a:t>
            </a:r>
            <a:br/>
            <a:r>
              <a:t>Correct silence: +10</a:t>
            </a:r>
            <a:br/>
            <a:r>
              <a:t>False alarm: -50</a:t>
            </a:r>
            <a:br/>
            <a:r>
              <a:t>Missed cheating: -200</a:t>
            </a:r>
            <a:br/>
            <a:br/>
            <a:r>
              <a:t>Learns WHEN to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Robot Walking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Episode 1: falls instantly</a:t>
            </a:r>
            <a:br/>
            <a:r>
              <a:t>Episode 100: 3 steps</a:t>
            </a:r>
            <a:br/>
            <a:r>
              <a:t>Episode 10000: walks!</a:t>
            </a:r>
            <a:br/>
            <a:br/>
            <a:r>
              <a:t>Trial and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Game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Flappy Bird: random taps</a:t>
            </a:r>
            <a:br/>
            <a:r>
              <a:t>-&gt; learns timing</a:t>
            </a:r>
            <a:br/>
            <a:r>
              <a:t>-&gt; perfect score</a:t>
            </a:r>
            <a:br/>
            <a:br/>
            <a:r>
              <a:t>Atari: superhuman!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